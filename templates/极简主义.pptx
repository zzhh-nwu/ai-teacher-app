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2"/>
  </p:notes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455"/>
    <a:srgbClr val="465F8B"/>
    <a:srgbClr val="5893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61" autoAdjust="0"/>
    <p:restoredTop sz="94660"/>
  </p:normalViewPr>
  <p:slideViewPr>
    <p:cSldViewPr showGuides="1">
      <p:cViewPr varScale="1">
        <p:scale>
          <a:sx n="101" d="100"/>
          <a:sy n="101" d="100"/>
        </p:scale>
        <p:origin x="57" y="19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9DBF1-C9AA-4368-9EF4-13E369C68E24}" type="datetimeFigureOut">
              <a:rPr lang="zh-CN" altLang="en-US" smtClean="0"/>
              <a:t>2025/9/27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E517-BC0B-41AA-B9B3-DACA47057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358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0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65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74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6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88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6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7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9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64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183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586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42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950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81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2025/9/27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049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33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3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视差">
  <a:themeElements>
    <a:clrScheme name="视差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视差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视差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Arial</vt:lpstr>
      <vt:lpstr>Calibri</vt:lpstr>
      <vt:lpstr>Corbel</vt:lpstr>
      <vt:lpstr>视差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婧 吴</cp:lastModifiedBy>
  <cp:revision>9</cp:revision>
  <dcterms:created xsi:type="dcterms:W3CDTF">2022-03-05T00:58:12Z</dcterms:created>
  <dcterms:modified xsi:type="dcterms:W3CDTF">2025-09-27T07:18:33Z</dcterms:modified>
</cp:coreProperties>
</file>