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08" r:id="rId2"/>
  </p:sldMasterIdLst>
  <p:notesMasterIdLst>
    <p:notesMasterId r:id="rId3"/>
  </p:notesMaster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FC38B"/>
    <a:srgbClr val="B7A865"/>
    <a:srgbClr val="FBE6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51" y="8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8CB5B-1336-4C4C-90CF-529DC67AC9A0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20CB48-454C-456B-9437-7C16614C8F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2207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71625" y="1951038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372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055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735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64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811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084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5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011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746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28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283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18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598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69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283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219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572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73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13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27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109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03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715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111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44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852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061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19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787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960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86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50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267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427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302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420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949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670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479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12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32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57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360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662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675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010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168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289623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C4276-B6C1-4544-A3B2-78649E790A2E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ADAA95-1B59-4B18-B197-585426335D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2025/9/29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65905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2025/9/29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39935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6186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image" Target="../media/image1.png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6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682" r:id="rId28"/>
    <p:sldLayoutId id="2147483683" r:id="rId29"/>
    <p:sldLayoutId id="2147483684" r:id="rId30"/>
    <p:sldLayoutId id="2147483685" r:id="rId31"/>
    <p:sldLayoutId id="2147483686" r:id="rId32"/>
    <p:sldLayoutId id="2147483687" r:id="rId33"/>
    <p:sldLayoutId id="2147483688" r:id="rId34"/>
    <p:sldLayoutId id="2147483689" r:id="rId35"/>
    <p:sldLayoutId id="2147483690" r:id="rId36"/>
    <p:sldLayoutId id="2147483691" r:id="rId37"/>
    <p:sldLayoutId id="2147483692" r:id="rId38"/>
    <p:sldLayoutId id="2147483693" r:id="rId39"/>
    <p:sldLayoutId id="2147483694" r:id="rId40"/>
    <p:sldLayoutId id="2147483695" r:id="rId41"/>
    <p:sldLayoutId id="2147483696" r:id="rId42"/>
    <p:sldLayoutId id="2147483697" r:id="rId43"/>
    <p:sldLayoutId id="2147483698" r:id="rId44"/>
    <p:sldLayoutId id="2147483699" r:id="rId45"/>
    <p:sldLayoutId id="2147483700" r:id="rId46"/>
    <p:sldLayoutId id="2147483701" r:id="rId47"/>
    <p:sldLayoutId id="2147483702" r:id="rId48"/>
    <p:sldLayoutId id="2147483703" r:id="rId49"/>
    <p:sldLayoutId id="2147483704" r:id="rId50"/>
    <p:sldLayoutId id="2147483705" r:id="rId51"/>
    <p:sldLayoutId id="2147483706" r:id="rId52"/>
    <p:sldLayoutId id="2147483707" r:id="rId53"/>
    <p:sldLayoutId id="2147483654" r:id="rId54"/>
    <p:sldLayoutId id="2147483655" r:id="rId55"/>
    <p:sldLayoutId id="2147483656" r:id="rId56"/>
    <p:sldLayoutId id="2147483657" r:id="rId57"/>
    <p:sldLayoutId id="2147483658" r:id="rId58"/>
    <p:sldLayoutId id="2147483659" r:id="rId59"/>
  </p:sldLayoutIdLst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5334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31"/>
  <p:tag name="ISPRING_FIRST_PUBLISH" val="1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cueoqpv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cueoqpv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0</vt:i4>
      </vt:variant>
    </vt:vector>
  </HeadingPairs>
  <TitlesOfParts>
    <vt:vector size="5" baseType="lpstr">
      <vt:lpstr>等线</vt:lpstr>
      <vt:lpstr>微软雅黑</vt:lpstr>
      <vt:lpstr>Arial</vt:lpstr>
      <vt:lpstr>第一PPT，www.1ppt.com</vt:lpstr>
      <vt:lpstr>自定义设计方案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教学说课</dc:title>
  <dc:creator>第一PPT</dc:creator>
  <cp:keywords>www.1ppt.com</cp:keywords>
  <dc:description>www.1ppt.com</dc:description>
  <cp:lastModifiedBy>婧 吴</cp:lastModifiedBy>
  <cp:revision>236</cp:revision>
  <dcterms:created xsi:type="dcterms:W3CDTF">2019-05-18T10:04:00Z</dcterms:created>
  <dcterms:modified xsi:type="dcterms:W3CDTF">2025-09-29T14:08:57Z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0D529B9A6B834CBBA01BC516B83EFC6B_12</vt:lpwstr>
  </property>
  <property fmtid="{D5CDD505-2E9C-101B-9397-08002B2CF9AE}" pid="3" name="KSOProductBuildVer">
    <vt:lpwstr>2052-12.1.0.15120</vt:lpwstr>
  </property>
</Properties>
</file>