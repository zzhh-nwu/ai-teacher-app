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2"/>
  </p:notes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A2A4"/>
    <a:srgbClr val="83C0C8"/>
    <a:srgbClr val="FAECC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82" autoAdjust="0"/>
  </p:normalViewPr>
  <p:slideViewPr>
    <p:cSldViewPr showGuides="1">
      <p:cViewPr varScale="1">
        <p:scale>
          <a:sx n="100" d="100"/>
          <a:sy n="100" d="100"/>
        </p:scale>
        <p:origin x="51" y="20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4" d="100"/>
        <a:sy n="7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F1273-79C6-4976-8837-C45C5794DA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F419F-3507-4FD5-9BC4-DE30B6D96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90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61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611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387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70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70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130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288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33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07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08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212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661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7337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02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06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02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3243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3229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639729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528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138AA3-29F9-BEBC-D8E6-EBCC2CF410EA}"/>
              </a:ext>
            </a:extLst>
          </p:cNvPr>
          <p:cNvSpPr/>
          <p:nvPr userDrawn="1"/>
        </p:nvSpPr>
        <p:spPr>
          <a:xfrm>
            <a:off x="-33591" y="-171400"/>
            <a:ext cx="12192000" cy="6857999"/>
          </a:xfrm>
          <a:prstGeom prst="rect">
            <a:avLst/>
          </a:prstGeom>
          <a:solidFill>
            <a:srgbClr val="F2F2F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795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49" r:id="rId17"/>
    <p:sldLayoutId id="2147483654" r:id="rId18"/>
    <p:sldLayoutId id="2147483669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175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7" baseType="lpstr">
      <vt:lpstr>黑体</vt:lpstr>
      <vt:lpstr>微软雅黑</vt:lpstr>
      <vt:lpstr>Arial</vt:lpstr>
      <vt:lpstr>Calibri</vt:lpstr>
      <vt:lpstr>Trebuchet MS</vt:lpstr>
      <vt:lpstr>Wingdings 3</vt:lpstr>
      <vt:lpstr>平面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工作总结</dc:title>
  <dc:creator>第一PPT，www.1ppt.com</dc:creator>
  <cp:keywords>www.1ppt.com</cp:keywords>
  <dc:description>第一PPT</dc:description>
  <cp:lastModifiedBy>婧 吴</cp:lastModifiedBy>
  <cp:revision>69</cp:revision>
  <dcterms:created xsi:type="dcterms:W3CDTF">2022-11-04T07:41:59Z</dcterms:created>
  <dcterms:modified xsi:type="dcterms:W3CDTF">2025-09-18T14:40:58Z</dcterms:modified>
</cp:coreProperties>
</file>